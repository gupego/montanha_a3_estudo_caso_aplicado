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c1c34169b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c1c34169b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1c34169b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c1c34169b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c1c34169b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c1c34169b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c1c34169b_0_1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c1c34169b_0_1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10200" y="1229950"/>
            <a:ext cx="58959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Elevadores Inteligentes em Prédios Comerciais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6733000" y="4572775"/>
            <a:ext cx="22731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Gustavo Pego Ribeiro Gomes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124117677</a:t>
            </a:r>
            <a:endParaRPr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3159300" y="2349775"/>
            <a:ext cx="41781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de Caso sobre Otimização e Escalonamento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58225" y="398650"/>
            <a:ext cx="70389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são elevadores inteligentes ?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484025" y="826525"/>
            <a:ext cx="6393300" cy="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pt-BR" sz="1210"/>
              <a:t> São sistemas que utilizam algoritmos para decidir qual elevador deve atender cada solicitação, buscando reduzir o tempo de espera e melhorar o fluxo de pessoas dentro do prédio. </a:t>
            </a:r>
            <a:endParaRPr sz="1210"/>
          </a:p>
        </p:txBody>
      </p:sp>
      <p:sp>
        <p:nvSpPr>
          <p:cNvPr id="143" name="Google Shape;143;p14"/>
          <p:cNvSpPr txBox="1"/>
          <p:nvPr>
            <p:ph type="title"/>
          </p:nvPr>
        </p:nvSpPr>
        <p:spPr>
          <a:xfrm>
            <a:off x="1253325" y="1649174"/>
            <a:ext cx="70731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esse tema ?</a:t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1484025" y="3369728"/>
            <a:ext cx="65700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 </a:t>
            </a:r>
            <a:r>
              <a:rPr lang="pt-BR"/>
              <a:t>Em horários de pico como início de expediente ou volta de almoço, muitas chamadas acontecem simultaneamente. Isso pode gerar filas, atrasos, aumento do consumo de energia e menor produtividade dos colaboradores. </a:t>
            </a:r>
            <a:endParaRPr/>
          </a:p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1479117" y="2163382"/>
            <a:ext cx="7038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 </a:t>
            </a:r>
            <a:r>
              <a:rPr lang="pt-BR"/>
              <a:t>Além de ser um problema presente no dia a dia, os elevadores inteligentes são um exemplo prático da aplicação de algoritmos, otimização e tomada de decisão em tempo real. </a:t>
            </a:r>
            <a:endParaRPr/>
          </a:p>
        </p:txBody>
      </p:sp>
      <p:sp>
        <p:nvSpPr>
          <p:cNvPr id="146" name="Google Shape;146;p14"/>
          <p:cNvSpPr txBox="1"/>
          <p:nvPr>
            <p:ph type="title"/>
          </p:nvPr>
        </p:nvSpPr>
        <p:spPr>
          <a:xfrm>
            <a:off x="1258225" y="2855528"/>
            <a:ext cx="71274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Desafios e Impactos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968659" y="369191"/>
            <a:ext cx="38412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60"/>
              <a:t>Como o Sistema Funciona</a:t>
            </a:r>
            <a:endParaRPr sz="2160"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155159" y="782366"/>
            <a:ext cx="36546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pt-BR" sz="1210"/>
              <a:t>O sistema recebe as chamadas dos usuários por meio de sensores e painéis de controle. A partir dessas informações, ele analisa a posição, direção e ocupação dos elevadores para decidir qual cabine atenderá cada solicitação. </a:t>
            </a:r>
            <a:endParaRPr sz="1210"/>
          </a:p>
        </p:txBody>
      </p:sp>
      <p:sp>
        <p:nvSpPr>
          <p:cNvPr id="153" name="Google Shape;153;p15"/>
          <p:cNvSpPr txBox="1"/>
          <p:nvPr>
            <p:ph type="title"/>
          </p:nvPr>
        </p:nvSpPr>
        <p:spPr>
          <a:xfrm>
            <a:off x="968659" y="2149680"/>
            <a:ext cx="38412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 Computacional</a:t>
            </a:r>
            <a:endParaRPr/>
          </a:p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5251475" y="1237450"/>
            <a:ext cx="3867300" cy="23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Escalonamento: distribuição das chamadas entre os elevadores.</a:t>
            </a:r>
            <a:endParaRPr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Otimização: busca pela melhor utilização das cabines.</a:t>
            </a:r>
            <a:endParaRPr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Heurísticas: regras práticas aplicadas para tomar decisões rapidamente.</a:t>
            </a:r>
            <a:endParaRPr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Algoritmos Gulosos: escolha da melhor opção disponível naquele momento.</a:t>
            </a:r>
            <a:endParaRPr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/>
              <a:t>Complexidade O(n): avaliação dos elevadores disponíveis para selecionar o mais adequado.</a:t>
            </a:r>
            <a:endParaRPr sz="1100"/>
          </a:p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1150259" y="2645380"/>
            <a:ext cx="3654600" cy="14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lang="pt-BR" sz="1208"/>
              <a:t> O principal desafio é escolher o melhor elevador para cada chamada. Em prédios com muitos andares e usuários, diversas solicitações podem ocorrer ao mesmo tempo, exigindo decisões rápidas para reduzir filas e tempos de espera e não impactar a produtividade. </a:t>
            </a:r>
            <a:endParaRPr sz="1208"/>
          </a:p>
        </p:txBody>
      </p:sp>
      <p:sp>
        <p:nvSpPr>
          <p:cNvPr id="156" name="Google Shape;156;p15"/>
          <p:cNvSpPr txBox="1"/>
          <p:nvPr>
            <p:ph type="title"/>
          </p:nvPr>
        </p:nvSpPr>
        <p:spPr>
          <a:xfrm>
            <a:off x="5037300" y="369200"/>
            <a:ext cx="39981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Conceitos de Algoritmos Envolvidos</a:t>
            </a:r>
            <a:endParaRPr sz="2100"/>
          </a:p>
        </p:txBody>
      </p:sp>
      <p:cxnSp>
        <p:nvCxnSpPr>
          <p:cNvPr id="157" name="Google Shape;157;p15"/>
          <p:cNvCxnSpPr/>
          <p:nvPr/>
        </p:nvCxnSpPr>
        <p:spPr>
          <a:xfrm flipH="1">
            <a:off x="4790250" y="377900"/>
            <a:ext cx="196200" cy="42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1258225" y="398650"/>
            <a:ext cx="70389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Proposta de Melhoria</a:t>
            </a:r>
            <a:endParaRPr/>
          </a:p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1484025" y="826525"/>
            <a:ext cx="6393300" cy="13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10"/>
              <a:t>Uma possível melhoria é o agrupamento de passageiros por destino. Nesse modelo, o usuário seleciona o andar antes de entrar na cabine, o sistema processa e direciona pessoas com destinos próximos para a mesma cabine.</a:t>
            </a:r>
            <a:endParaRPr sz="121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210"/>
              <a:t>Essa estratégia reduz a quantidade de paradas, melhora o fluxo de pessoas e diminui o tempo médio de espera nos horários de pico.</a:t>
            </a:r>
            <a:endParaRPr sz="1210"/>
          </a:p>
        </p:txBody>
      </p:sp>
      <p:sp>
        <p:nvSpPr>
          <p:cNvPr id="164" name="Google Shape;164;p16"/>
          <p:cNvSpPr txBox="1"/>
          <p:nvPr>
            <p:ph type="title"/>
          </p:nvPr>
        </p:nvSpPr>
        <p:spPr>
          <a:xfrm>
            <a:off x="1258225" y="2238011"/>
            <a:ext cx="70731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Vivenciado por mim</a:t>
            </a:r>
            <a:endParaRPr/>
          </a:p>
        </p:txBody>
      </p:sp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1484025" y="2752200"/>
            <a:ext cx="7038900" cy="17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Na empresa que trabalhei anteriormente, os elevadores eram distribuidos principalmente por proximidade e fila, e em horários de pico, era comum ocorrer congestionamentos. Na empresa atual, os usuários informam o andar de destino e o sistema agrupa por destinos próximos, tornando um fluxo mais organizado, eficiente e com um tempo de espera menor.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